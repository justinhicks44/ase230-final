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 snapToGrid="0">
      <p:cViewPr varScale="1">
        <p:scale>
          <a:sx n="141" d="100"/>
          <a:sy n="141" d="100"/>
        </p:scale>
        <p:origin x="70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5f79dd73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5f79dd73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5f79dd73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5f79dd73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4101000" cy="97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MyTicket</a:t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71025" y="1321950"/>
            <a:ext cx="2978400" cy="12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An event ticketing platform to rival sites like Ticketmaster.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69" name="Google Shape;69;p13" title="Opera Snapshot_2025-12-09_120931_localho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2398" y="0"/>
            <a:ext cx="5321602" cy="250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 title="Opera Snapshot_2025-12-09_121227_localho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4275" y="2639551"/>
            <a:ext cx="5789778" cy="2503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ERD</a:t>
            </a:r>
            <a:endParaRPr/>
          </a:p>
        </p:txBody>
      </p:sp>
      <p:pic>
        <p:nvPicPr>
          <p:cNvPr id="76" name="Google Shape;76;p14" descr="Ticket Heirachy. TicketType: Defines pricing tiers (VIP, Standard) for an event. Contains Price and TotalCapacity.Ticket: The unique instance purchased by a user. Includes a UniqueBarcode for entry.Order: Aggregates tickets into a single transaction with a TotalAmount and PaymentMethod."/>
          <p:cNvPicPr preferRelativeResize="0"/>
          <p:nvPr/>
        </p:nvPicPr>
        <p:blipFill rotWithShape="1">
          <a:blip r:embed="rId3">
            <a:alphaModFix/>
          </a:blip>
          <a:srcRect t="9269" r="10602" b="-9270"/>
          <a:stretch/>
        </p:blipFill>
        <p:spPr>
          <a:xfrm>
            <a:off x="5696875" y="0"/>
            <a:ext cx="3343775" cy="390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 title="Opera Snapshot_2025-12-09_121826_docs.google.c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826753"/>
            <a:ext cx="7368698" cy="222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Contributions</a:t>
            </a:r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Tyler: Static pages, presentation,</a:t>
            </a:r>
            <a:r>
              <a:rPr lang="en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Sri: Create event, Edit Event, Delete Event, Organizer Dashboard, View Sales, Database for the events.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Justin: Login, Logout, create user, admin, admin edit</a:t>
            </a:r>
            <a:r>
              <a:rPr lang="en"/>
              <a:t>, database</a:t>
            </a:r>
            <a:r>
              <a:rPr lang="en" dirty="0"/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</Words>
  <Application>Microsoft Macintosh PowerPoint</Application>
  <PresentationFormat>On-screen Show (16:9)</PresentationFormat>
  <Paragraphs>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Roboto</vt:lpstr>
      <vt:lpstr>Arial</vt:lpstr>
      <vt:lpstr>Material</vt:lpstr>
      <vt:lpstr>MyTicket</vt:lpstr>
      <vt:lpstr>ERD</vt:lpstr>
      <vt:lpstr>Team Contributions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Sri Maligireddy</cp:lastModifiedBy>
  <cp:revision>1</cp:revision>
  <dcterms:modified xsi:type="dcterms:W3CDTF">2025-12-10T04:58:29Z</dcterms:modified>
</cp:coreProperties>
</file>